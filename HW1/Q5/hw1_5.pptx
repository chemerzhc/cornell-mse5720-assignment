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20F8-F0B1-4896-BC59-A3CFB3AF6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CB7E9-634B-2BDA-8C09-54EC3B893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05B52-3E45-B165-0269-1F2DE068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3C41C-93DB-0414-8FC4-992D9D3F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C6C65-631F-56F4-1449-31E5A622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981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EE1C-058C-8F9C-7109-B6B67844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0B198-A42B-54F1-4DDD-2DDB60448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B52F7-1D27-62A9-A379-4662491F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B782-677F-BF62-4D4B-7A38451D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7FAB-0721-8BBF-2BBE-451EAA14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37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B61A-6607-C2B1-72BD-2C60ACFD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12666-70EE-61CF-9A27-15A0F675B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6096-AE1C-7817-1344-DFB0E233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DBF58-8A7D-C255-5B63-244ECCC5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DF4F5-6E6B-DC04-0037-C80FFB99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6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3574-34BB-C499-03E0-A99A0730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EE0C-296B-AF4A-C1A8-596670895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3EA97-ECF7-848E-8D4F-9F2065FB1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1AA41-7406-466E-3D80-CF1E2BA8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F8C79-3FAF-A6A9-E035-1BEE3919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79C18-B0A1-8605-7CF8-44265419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BD75-775A-634E-5EDC-23993134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0678F-FBC0-F149-37A8-72DC0901B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D25E1-3659-0B1D-75DC-2FC74E0D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E44BA-4084-546B-D4DF-83EDE3AC1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611B9-6CAB-129B-F0B0-59989D565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0529E-7977-FC07-E90C-0CD7666C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6B2E6-55E4-4DA5-8582-05569B5A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7362C-9A5E-553E-D44C-5638685D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70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8A16-FDE0-A1A8-BE26-83821DE5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34EF1-CEDD-1B09-C3CC-105617E5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768F8-5CED-0872-0542-708BEF25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29F54-5D90-FE19-8901-76B6D90B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926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0FC59-33F6-99BE-9EA8-94B01FA1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63CFD-6231-6469-A403-C48E195C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20382-068A-A699-6BE4-45CAAAF4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6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2636-E448-6ED1-6028-D264169BF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A050B-FEDF-CEC9-25A1-74A25CAD5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6990D-A678-5A4B-02AE-04E067E77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C3A88-0926-18DA-CAFF-AFC22363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8B3E0-9252-31A7-91E9-7AFD218F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4CC68-1318-4F3B-8B5E-9A1183BC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23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A06F-5B3D-0625-F53E-FBDEA018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45AB3-E387-C95A-542A-2EC67640E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E8C20-5997-D63C-E508-39D01D13F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AE7F-A152-A72C-F54E-C1354918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23D04-3246-E682-B072-3E1F6F47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DC53E-B22D-FD44-2644-892AC3F7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38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25D-62D9-DBBA-204D-1E2753DF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6F2F5-C723-B4E5-BDA5-C9178516B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4A38D-9277-E75B-557C-F0E0E62C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351F2-442B-26B1-8BD5-1F1F5B2C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A951-5D36-15DC-A8BD-EBC7D4C8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2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1D501-9503-BE8E-2D11-38C6D47AD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5A117-11EC-7D4C-FBC3-687FFE033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F829F-6FDD-BFCB-2FAD-87D837E7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6237-3FAD-C357-C449-75DF125A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AC6EB-027A-1ADC-27D3-CE730A5E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5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E64ED4-E52A-9D55-1CB4-3AC78FA0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577E7-C1AB-8518-4E42-3C8F7AA81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4601-AAA4-217A-EB07-F2553F420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0D028-41C4-4C88-855C-982DD518EB34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6AF34-0F8D-DD60-B849-2F7DFB2DF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4364-1E25-851A-235F-B45EAD204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2A043-90C5-4255-80C2-5F7412A818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6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4AF8FAA-4845-4DC0-2251-A8DA4C9371A2}"/>
              </a:ext>
            </a:extLst>
          </p:cNvPr>
          <p:cNvGrpSpPr/>
          <p:nvPr/>
        </p:nvGrpSpPr>
        <p:grpSpPr>
          <a:xfrm>
            <a:off x="393155" y="899432"/>
            <a:ext cx="10752365" cy="4912087"/>
            <a:chOff x="393155" y="899432"/>
            <a:chExt cx="10752365" cy="491208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2A10D7E-DAE5-683E-07DF-29CDBCBC5E49}"/>
                </a:ext>
              </a:extLst>
            </p:cNvPr>
            <p:cNvSpPr/>
            <p:nvPr/>
          </p:nvSpPr>
          <p:spPr>
            <a:xfrm>
              <a:off x="4013200" y="899432"/>
              <a:ext cx="7132320" cy="4912087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A95D3B1-E5B2-96E7-7101-E191547C20FF}"/>
                </a:ext>
              </a:extLst>
            </p:cNvPr>
            <p:cNvSpPr/>
            <p:nvPr/>
          </p:nvSpPr>
          <p:spPr>
            <a:xfrm>
              <a:off x="822960" y="2550160"/>
              <a:ext cx="2316480" cy="139192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Laptop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(Linux, MacOS, Windows)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E68DFBB-9CC5-EB0C-504A-75A0CC679169}"/>
                </a:ext>
              </a:extLst>
            </p:cNvPr>
            <p:cNvSpPr/>
            <p:nvPr/>
          </p:nvSpPr>
          <p:spPr>
            <a:xfrm>
              <a:off x="4653280" y="1155253"/>
              <a:ext cx="1737360" cy="155614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$HOME 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$SCRATCH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$WORK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F5D07FA-B66A-5A95-8178-C5F3AAB3193F}"/>
                </a:ext>
              </a:extLst>
            </p:cNvPr>
            <p:cNvSpPr/>
            <p:nvPr/>
          </p:nvSpPr>
          <p:spPr>
            <a:xfrm>
              <a:off x="4724400" y="3698150"/>
              <a:ext cx="1645920" cy="156445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Job queue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0FFC252-F19E-45E1-0E16-1D8299304502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5547360" y="2711398"/>
              <a:ext cx="0" cy="9867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90859E-D17B-674A-ED5A-CFB202F0BE98}"/>
                </a:ext>
              </a:extLst>
            </p:cNvPr>
            <p:cNvSpPr txBox="1"/>
            <p:nvPr/>
          </p:nvSpPr>
          <p:spPr>
            <a:xfrm>
              <a:off x="393155" y="3947252"/>
              <a:ext cx="45186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ssh 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username@stampede3.tacc.utexas.edu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2CCA56-0F32-3F59-07A2-BA477A7831A9}"/>
                </a:ext>
              </a:extLst>
            </p:cNvPr>
            <p:cNvSpPr txBox="1"/>
            <p:nvPr/>
          </p:nvSpPr>
          <p:spPr>
            <a:xfrm>
              <a:off x="4864582" y="2959993"/>
              <a:ext cx="100584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Slurm</a:t>
              </a:r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 Batch Queue</a:t>
              </a:r>
              <a:endPara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8BE52702-DCAC-6419-21C2-42295FDA1291}"/>
                </a:ext>
              </a:extLst>
            </p:cNvPr>
            <p:cNvCxnSpPr>
              <a:cxnSpLocks/>
              <a:stCxn id="7" idx="0"/>
              <a:endCxn id="21" idx="1"/>
            </p:cNvCxnSpPr>
            <p:nvPr/>
          </p:nvCxnSpPr>
          <p:spPr>
            <a:xfrm rot="5400000" flipH="1" flipV="1">
              <a:off x="2178050" y="1842770"/>
              <a:ext cx="510540" cy="904240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AE1C114-DED7-F60C-FCA3-718D0E7AEF0B}"/>
                </a:ext>
              </a:extLst>
            </p:cNvPr>
            <p:cNvSpPr/>
            <p:nvPr/>
          </p:nvSpPr>
          <p:spPr>
            <a:xfrm>
              <a:off x="2885440" y="1783080"/>
              <a:ext cx="1473200" cy="5130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Login node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3BD57FA-A4D6-91D9-DB41-26028DD39E8F}"/>
                </a:ext>
              </a:extLst>
            </p:cNvPr>
            <p:cNvCxnSpPr>
              <a:cxnSpLocks/>
            </p:cNvCxnSpPr>
            <p:nvPr/>
          </p:nvCxnSpPr>
          <p:spPr>
            <a:xfrm>
              <a:off x="6370320" y="4480379"/>
              <a:ext cx="12090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2281AE-BF40-C8F3-2583-C5E31927368E}"/>
                </a:ext>
              </a:extLst>
            </p:cNvPr>
            <p:cNvSpPr txBox="1"/>
            <p:nvPr/>
          </p:nvSpPr>
          <p:spPr>
            <a:xfrm>
              <a:off x="6426392" y="4491386"/>
              <a:ext cx="11529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Run jobs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CDA6EE5-894C-9D3B-5F43-71E74B50E16E}"/>
                </a:ext>
              </a:extLst>
            </p:cNvPr>
            <p:cNvSpPr/>
            <p:nvPr/>
          </p:nvSpPr>
          <p:spPr>
            <a:xfrm>
              <a:off x="7630159" y="3698150"/>
              <a:ext cx="3145871" cy="156445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Compute node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Xeon, NVIDIA</a:t>
              </a: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MPI/OpenMP/CUDA Jobs</a:t>
              </a:r>
              <a:endPara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197EC39-F632-B6F1-7AA9-CD32F6571630}"/>
                </a:ext>
              </a:extLst>
            </p:cNvPr>
            <p:cNvSpPr txBox="1"/>
            <p:nvPr/>
          </p:nvSpPr>
          <p:spPr>
            <a:xfrm>
              <a:off x="5892801" y="3147673"/>
              <a:ext cx="11529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Shell</a:t>
              </a:r>
              <a:endPara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D2B8377-367E-DFD7-E7B3-6BFD62BA488A}"/>
                </a:ext>
              </a:extLst>
            </p:cNvPr>
            <p:cNvSpPr txBox="1"/>
            <p:nvPr/>
          </p:nvSpPr>
          <p:spPr>
            <a:xfrm>
              <a:off x="7630159" y="1397341"/>
              <a:ext cx="22845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TACC</a:t>
              </a:r>
            </a:p>
            <a:p>
              <a:pPr algn="ctr"/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@stampede3</a:t>
              </a:r>
              <a:endPara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ED47DD-663C-312B-A5E6-D8DD8F336C0A}"/>
                </a:ext>
              </a:extLst>
            </p:cNvPr>
            <p:cNvSpPr txBox="1"/>
            <p:nvPr/>
          </p:nvSpPr>
          <p:spPr>
            <a:xfrm>
              <a:off x="8578448" y="3147673"/>
              <a:ext cx="11529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Kernel</a:t>
              </a:r>
              <a:endPara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C713B43-CC99-1DF3-184E-405F494C1373}"/>
                </a:ext>
              </a:extLst>
            </p:cNvPr>
            <p:cNvSpPr/>
            <p:nvPr/>
          </p:nvSpPr>
          <p:spPr>
            <a:xfrm>
              <a:off x="4358640" y="2995274"/>
              <a:ext cx="6417390" cy="2479551"/>
            </a:xfrm>
            <a:prstGeom prst="rect">
              <a:avLst/>
            </a:prstGeom>
            <a:noFill/>
            <a:ln w="190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C5F3B21-3F66-899B-15A4-9171C47DECBD}"/>
                </a:ext>
              </a:extLst>
            </p:cNvPr>
            <p:cNvSpPr txBox="1"/>
            <p:nvPr/>
          </p:nvSpPr>
          <p:spPr>
            <a:xfrm>
              <a:off x="1777455" y="1563993"/>
              <a:ext cx="13117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ssh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login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534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Haichuan Zhang</dc:creator>
  <cp:lastModifiedBy>Haichuan Zhang</cp:lastModifiedBy>
  <cp:revision>1</cp:revision>
  <dcterms:created xsi:type="dcterms:W3CDTF">2025-09-24T22:55:25Z</dcterms:created>
  <dcterms:modified xsi:type="dcterms:W3CDTF">2025-09-24T22:56:02Z</dcterms:modified>
</cp:coreProperties>
</file>